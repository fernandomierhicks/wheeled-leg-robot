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90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EE94-F653-7534-608A-71E86DD9C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60330-9E5D-F85D-76DB-6FA64A3C6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85349-C1A8-5677-11CC-1C47B6E67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93E6-7E54-471B-B772-A837C1F2EE0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ED06D-9819-0A2C-C9A0-78EE8198F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50E98-51DF-6FF7-7101-8BB06C16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FDDC-4354-4FFA-815C-50182972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05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E1DD-45F8-D66B-AF73-A3BE4D440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053AF-E209-4E9D-B6A2-16DF42203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55781-F2FC-0576-82C8-6CDA6B9BA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93E6-7E54-471B-B772-A837C1F2EE0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C1824-4A0B-6945-9CD5-C2D633A9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24F38-E8CA-45C8-89B5-D466959F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FDDC-4354-4FFA-815C-50182972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24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C5EFE-5F3C-36EB-864F-F02D2E7B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2A390-41AD-8387-A6E5-59A5CB808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35E51-1E6C-AF21-8CDB-53F842B57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93E6-7E54-471B-B772-A837C1F2EE0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F72DF-52CC-C961-E984-E9FA664BB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6D69D-2B2E-78E8-3922-43EFA30E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FDDC-4354-4FFA-815C-50182972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90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A0BD-E901-3C11-A50E-AA08C0FE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68BE4-3AC8-4C14-B522-D08085548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99278-7C90-4304-2BC6-5CDE5BDBE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AF292-0519-BBA3-EB1B-210FAB5CC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93E6-7E54-471B-B772-A837C1F2EE0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575E7-EEC1-8245-FEED-27B7C9FF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C4AE7-36A0-835A-D701-4F092C97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FDDC-4354-4FFA-815C-50182972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0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5FA08-3F68-7D0B-1660-D4AC2CC2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BABF0-B9BA-EA9E-C4A2-23BD61FE1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05CCF-E898-BC30-5B4F-F4E76CDE6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3B98C-85F8-244B-FECD-8A0156D5A7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636409-060C-0A24-044B-EA9B697E9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7E83C0-9C15-7FE0-2C11-974A8BED8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93E6-7E54-471B-B772-A837C1F2EE0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8F95F-2EAE-2A8B-D004-1BD2E0D86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C91048-F520-B069-B78B-0C5BD20B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FDDC-4354-4FFA-815C-50182972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9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3E5ED-F114-3DAF-46F0-26F81325F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07D106-04D3-EE53-74F2-27F16BAF6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93E6-7E54-471B-B772-A837C1F2EE0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91D15-42AD-97BA-E307-14AEF8189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9742C-4218-B2E3-6620-584FF3E00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FDDC-4354-4FFA-815C-50182972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65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208A0D-E94C-D303-DC2C-EED4703C0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93E6-7E54-471B-B772-A837C1F2EE0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0F0DA8-8CBE-99C7-D972-C3520D2B5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F46B1-7BDB-2B5C-0A90-FC8D9195C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FDDC-4354-4FFA-815C-50182972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09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9C6A-29EF-685F-F2B0-EEDD5F43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9D0D6-7AF2-F0F2-2A27-B9F7EE951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51BED-AAF7-D1F4-7BA5-2B5307BD3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2B8D5-9474-F8B7-4AB1-80363AE1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93E6-7E54-471B-B772-A837C1F2EE0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592D3-4DCC-A1E4-6668-FB9FA6079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1E582-AEEB-5969-095D-7840168B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FDDC-4354-4FFA-815C-50182972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2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49C3-D31B-BFE3-553F-E3B16694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FE2D29-3533-D9B0-D2B6-497769DB6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0D219-6614-A32A-078B-FBF15262D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99000-A177-8430-B78A-6EA220E5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93E6-7E54-471B-B772-A837C1F2EE0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C9505-ADCA-9965-0910-F8E92DD64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04A49-0336-D946-A40C-548A1BC0B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FDDC-4354-4FFA-815C-50182972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8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253D9-90C4-C162-33C2-2AD28C6CD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A5B43-E5C5-EA54-2D02-06037B47B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097AF-05D8-03F4-5B27-42CDC1D6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93E6-7E54-471B-B772-A837C1F2EE0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94597-574F-270C-F796-3F8F87B98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9F938-BED9-72B2-68D8-6E311499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FDDC-4354-4FFA-815C-50182972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80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9B1877-7C3A-18A9-6CAF-E4DB3CB5A2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FC721-5F4F-B487-36B4-D2252235B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00F33-2C48-3547-EF3A-DC00B49DE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93E6-7E54-471B-B772-A837C1F2EE0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5DBFA-7C55-4B5C-19AB-8536BF2D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A76D7-5064-A9E5-88E1-92BCEE8E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4FDDC-4354-4FFA-815C-50182972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5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CAF84-37E6-8836-C3B2-4C99A01F1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08440-E5B1-1FC8-6694-BC81D524C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4639A-5E6E-CAE6-4D59-38B115C02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93E6-7E54-471B-B772-A837C1F2EE0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CA065-764A-F0DA-EB4E-845939497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D8FD0-FBC8-6A4A-6ADD-B6A21905B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4FDDC-4354-4FFA-815C-501829724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3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5998C-482C-2B2A-0B23-14E12950F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160A1-5014-0210-477E-E008284517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053224-379E-8309-56C0-F0211FAAE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10" y="568178"/>
            <a:ext cx="6420180" cy="572164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34AB061-280B-EECD-4D53-B4364A48B325}"/>
              </a:ext>
            </a:extLst>
          </p:cNvPr>
          <p:cNvSpPr/>
          <p:nvPr/>
        </p:nvSpPr>
        <p:spPr>
          <a:xfrm>
            <a:off x="3668888" y="1600200"/>
            <a:ext cx="1151467" cy="11401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Buzzer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723815-1342-3DBF-44B1-7B10255E904B}"/>
              </a:ext>
            </a:extLst>
          </p:cNvPr>
          <p:cNvSpPr/>
          <p:nvPr/>
        </p:nvSpPr>
        <p:spPr>
          <a:xfrm>
            <a:off x="3928533" y="3602038"/>
            <a:ext cx="824089" cy="941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3D8D5-A9CB-3FAF-9842-FD2AC853FA44}"/>
              </a:ext>
            </a:extLst>
          </p:cNvPr>
          <p:cNvSpPr/>
          <p:nvPr/>
        </p:nvSpPr>
        <p:spPr>
          <a:xfrm>
            <a:off x="2626689" y="1858963"/>
            <a:ext cx="790222" cy="4572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7256D0-3BB8-D29A-BCD8-0BA98A623428}"/>
              </a:ext>
            </a:extLst>
          </p:cNvPr>
          <p:cNvSpPr/>
          <p:nvPr/>
        </p:nvSpPr>
        <p:spPr>
          <a:xfrm>
            <a:off x="1941689" y="3373438"/>
            <a:ext cx="1305889" cy="4572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Odrive</a:t>
            </a:r>
            <a:r>
              <a:rPr lang="en-US" dirty="0"/>
              <a:t> CAN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339DB-3489-8CF0-1260-A438F441749F}"/>
              </a:ext>
            </a:extLst>
          </p:cNvPr>
          <p:cNvSpPr/>
          <p:nvPr/>
        </p:nvSpPr>
        <p:spPr>
          <a:xfrm>
            <a:off x="1973744" y="4201319"/>
            <a:ext cx="1305889" cy="4572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AK45 CAN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B3EFA-CF5C-4FBF-5B62-8CC15D05D06A}"/>
              </a:ext>
            </a:extLst>
          </p:cNvPr>
          <p:cNvSpPr/>
          <p:nvPr/>
        </p:nvSpPr>
        <p:spPr>
          <a:xfrm>
            <a:off x="1973743" y="4800599"/>
            <a:ext cx="1305889" cy="122766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AK45 UARTs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 x2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433734-243C-F1E8-8B60-42AC6CE9B6D2}"/>
              </a:ext>
            </a:extLst>
          </p:cNvPr>
          <p:cNvSpPr/>
          <p:nvPr/>
        </p:nvSpPr>
        <p:spPr>
          <a:xfrm>
            <a:off x="6995489" y="847726"/>
            <a:ext cx="1160734" cy="4572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4x lasers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46695A-FFA3-31DE-3DE1-3209174E2732}"/>
              </a:ext>
            </a:extLst>
          </p:cNvPr>
          <p:cNvSpPr/>
          <p:nvPr/>
        </p:nvSpPr>
        <p:spPr>
          <a:xfrm>
            <a:off x="8928334" y="2316163"/>
            <a:ext cx="1485666" cy="80062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Neopixel</a:t>
            </a:r>
            <a:r>
              <a:rPr lang="en-US" dirty="0"/>
              <a:t> or RGB – 4 pinner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E14B6A-6A00-91BD-8C5C-E74CD1211126}"/>
              </a:ext>
            </a:extLst>
          </p:cNvPr>
          <p:cNvSpPr/>
          <p:nvPr/>
        </p:nvSpPr>
        <p:spPr>
          <a:xfrm>
            <a:off x="8822478" y="3408966"/>
            <a:ext cx="1485666" cy="4572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Ibus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95C305-3B8E-3C78-F4F7-002E1BABBE87}"/>
              </a:ext>
            </a:extLst>
          </p:cNvPr>
          <p:cNvSpPr/>
          <p:nvPr/>
        </p:nvSpPr>
        <p:spPr>
          <a:xfrm>
            <a:off x="8822478" y="4571999"/>
            <a:ext cx="1485666" cy="4572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Oled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E73642-AF38-54C3-0A33-E86E60F3C807}"/>
              </a:ext>
            </a:extLst>
          </p:cNvPr>
          <p:cNvSpPr/>
          <p:nvPr/>
        </p:nvSpPr>
        <p:spPr>
          <a:xfrm>
            <a:off x="6519039" y="1535378"/>
            <a:ext cx="2113633" cy="4572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Maybe 5 pinner if INT is not needed?</a:t>
            </a:r>
          </a:p>
        </p:txBody>
      </p:sp>
    </p:spTree>
    <p:extLst>
      <p:ext uri="{BB962C8B-B14F-4D97-AF65-F5344CB8AC3E}">
        <p14:creationId xmlns:p14="http://schemas.microsoft.com/office/powerpoint/2010/main" val="27730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Mier-Hicks</dc:creator>
  <cp:lastModifiedBy>Fernando Mier-Hicks</cp:lastModifiedBy>
  <cp:revision>2</cp:revision>
  <dcterms:created xsi:type="dcterms:W3CDTF">2026-05-09T05:58:59Z</dcterms:created>
  <dcterms:modified xsi:type="dcterms:W3CDTF">2026-05-09T06:22:50Z</dcterms:modified>
</cp:coreProperties>
</file>