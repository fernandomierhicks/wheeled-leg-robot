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90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3EE94-F653-7534-608A-71E86DD9CD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660330-9E5D-F85D-76DB-6FA64A3C6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85349-C1A8-5677-11CC-1C47B6E67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AED06D-9819-0A2C-C9A0-78EE8198F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50E98-51DF-6FF7-7101-8BB06C166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905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FE1DD-45F8-D66B-AF73-A3BE4D440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053AF-E209-4E9D-B6A2-16DF42203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55781-F2FC-0576-82C8-6CDA6B9BA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C1824-4A0B-6945-9CD5-C2D633A9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F24F38-E8CA-45C8-89B5-D466959F1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324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5EFE-5F3C-36EB-864F-F02D2E7BD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2A390-41AD-8387-A6E5-59A5CB808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735E51-1E6C-AF21-8CDB-53F842B57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4F72DF-52CC-C961-E984-E9FA664BB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6D69D-2B2E-78E8-3922-43EFA30E3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190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5A0BD-E901-3C11-A50E-AA08C0FE8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68BE4-3AC8-4C14-B522-D080855488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99278-7C90-4304-2BC6-5CDE5BDBE4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DAF292-0519-BBA3-EB1B-210FAB5CC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E575E7-EEC1-8245-FEED-27B7C9FF3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EC4AE7-36A0-835A-D701-4F092C97E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503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5FA08-3F68-7D0B-1660-D4AC2CC2C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7BABF0-B9BA-EA9E-C4A2-23BD61FE1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E05CCF-E898-BC30-5B4F-F4E76CDE6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63B98C-85F8-244B-FECD-8A0156D5A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636409-060C-0A24-044B-EA9B697E97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7E83C0-9C15-7FE0-2C11-974A8BED8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08F95F-2EAE-2A8B-D004-1BD2E0D86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C91048-F520-B069-B78B-0C5BD20BF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692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3E5ED-F114-3DAF-46F0-26F81325F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07D106-04D3-EE53-74F2-27F16BAF6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591D15-42AD-97BA-E307-14AEF8189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69742C-4218-B2E3-6620-584FF3E00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965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208A0D-E94C-D303-DC2C-EED4703C0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0F0DA8-8CBE-99C7-D972-C3520D2B5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F46B1-7BDB-2B5C-0A90-FC8D9195C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209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C9C6A-29EF-685F-F2B0-EEDD5F43E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49D0D6-7AF2-F0F2-2A27-B9F7EE951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D51BED-AAF7-D1F4-7BA5-2B5307BD3E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B2B8D5-9474-F8B7-4AB1-80363AE14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B592D3-4DCC-A1E4-6668-FB9FA6079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1E582-AEEB-5969-095D-7840168B9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723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F49C3-D31B-BFE3-553F-E3B166944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FE2D29-3533-D9B0-D2B6-497769DB6B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A0D219-6614-A32A-078B-FBF15262DC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499000-A177-8430-B78A-6EA220E54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5C9505-ADCA-9965-0910-F8E92DD64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804A49-0336-D946-A40C-548A1BC0B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187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253D9-90C4-C162-33C2-2AD28C6CD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6A5B43-E5C5-EA54-2D02-06037B47BD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097AF-05D8-03F4-5B27-42CDC1D6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994597-574F-270C-F796-3F8F87B98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9F938-BED9-72B2-68D8-6E3114999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980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9B1877-7C3A-18A9-6CAF-E4DB3CB5A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2FC721-5F4F-B487-36B4-D2252235B3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00F33-2C48-3547-EF3A-DC00B49DE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25DBFA-7C55-4B5C-19AB-8536BF2DC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A76D7-5064-A9E5-88E1-92BCEE8EC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54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FCAF84-37E6-8836-C3B2-4C99A01F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108440-E5B1-1FC8-6694-BC81D524C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4639A-5E6E-CAE6-4D59-38B115C02D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93E6-7E54-471B-B772-A837C1F2EE0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CA065-764A-F0DA-EB4E-8459394977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CD8FD0-FBC8-6A4A-6ADD-B6A21905B2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C4FDDC-4354-4FFA-815C-501829724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31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83EC535-0220-4DB8-CCE8-2FDB5E1EAD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61" t="35077" r="22236" b="14897"/>
          <a:stretch>
            <a:fillRect/>
          </a:stretch>
        </p:blipFill>
        <p:spPr>
          <a:xfrm rot="16200000">
            <a:off x="3018661" y="-512527"/>
            <a:ext cx="6408679" cy="743373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DF3D8D5-A9CB-3FAF-9842-FD2AC853FA44}"/>
              </a:ext>
            </a:extLst>
          </p:cNvPr>
          <p:cNvSpPr/>
          <p:nvPr/>
        </p:nvSpPr>
        <p:spPr>
          <a:xfrm>
            <a:off x="1932423" y="4115727"/>
            <a:ext cx="790222" cy="457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7256D0-3BB8-D29A-BCD8-0BA98A623428}"/>
              </a:ext>
            </a:extLst>
          </p:cNvPr>
          <p:cNvSpPr/>
          <p:nvPr/>
        </p:nvSpPr>
        <p:spPr>
          <a:xfrm>
            <a:off x="4602139" y="6301676"/>
            <a:ext cx="1019728" cy="457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Odrive</a:t>
            </a:r>
            <a:r>
              <a:rPr lang="en-US" dirty="0"/>
              <a:t> CAN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3339DB-3489-8CF0-1260-A438F441749F}"/>
              </a:ext>
            </a:extLst>
          </p:cNvPr>
          <p:cNvSpPr/>
          <p:nvPr/>
        </p:nvSpPr>
        <p:spPr>
          <a:xfrm>
            <a:off x="2037644" y="2051374"/>
            <a:ext cx="643679" cy="457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ibus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EB3EFA-CF5C-4FBF-5B62-8CC15D05D06A}"/>
              </a:ext>
            </a:extLst>
          </p:cNvPr>
          <p:cNvSpPr/>
          <p:nvPr/>
        </p:nvSpPr>
        <p:spPr>
          <a:xfrm>
            <a:off x="3048000" y="6257925"/>
            <a:ext cx="1305889" cy="73377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AK45 Can + UARTs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433734-243C-F1E8-8B60-42AC6CE9B6D2}"/>
              </a:ext>
            </a:extLst>
          </p:cNvPr>
          <p:cNvSpPr/>
          <p:nvPr/>
        </p:nvSpPr>
        <p:spPr>
          <a:xfrm>
            <a:off x="6792289" y="6348758"/>
            <a:ext cx="1160734" cy="457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Laser 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46695A-FFA3-31DE-3DE1-3209174E2732}"/>
              </a:ext>
            </a:extLst>
          </p:cNvPr>
          <p:cNvSpPr/>
          <p:nvPr/>
        </p:nvSpPr>
        <p:spPr>
          <a:xfrm>
            <a:off x="9849768" y="2801409"/>
            <a:ext cx="1485666" cy="8006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Neopixel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95C305-3B8E-3C78-F4F7-002E1BABBE87}"/>
              </a:ext>
            </a:extLst>
          </p:cNvPr>
          <p:cNvSpPr/>
          <p:nvPr/>
        </p:nvSpPr>
        <p:spPr>
          <a:xfrm>
            <a:off x="9849768" y="943727"/>
            <a:ext cx="1485666" cy="457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Screen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E73642-AF38-54C3-0A33-E86E60F3C807}"/>
              </a:ext>
            </a:extLst>
          </p:cNvPr>
          <p:cNvSpPr/>
          <p:nvPr/>
        </p:nvSpPr>
        <p:spPr>
          <a:xfrm>
            <a:off x="6519039" y="1535378"/>
            <a:ext cx="2113633" cy="4572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Maybe 5 pinner if INT is not needed?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386EE5-44B2-2A1C-EEC5-701FBC018E4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C05BE62-A327-3EF7-72C1-A9C76E211CF3}"/>
              </a:ext>
            </a:extLst>
          </p:cNvPr>
          <p:cNvSpPr/>
          <p:nvPr/>
        </p:nvSpPr>
        <p:spPr>
          <a:xfrm>
            <a:off x="6690689" y="4779712"/>
            <a:ext cx="1160734" cy="457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Laser 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78DD090-657F-3A22-8704-90ED6DCCDC0C}"/>
              </a:ext>
            </a:extLst>
          </p:cNvPr>
          <p:cNvSpPr/>
          <p:nvPr/>
        </p:nvSpPr>
        <p:spPr>
          <a:xfrm>
            <a:off x="8485412" y="6334484"/>
            <a:ext cx="1160734" cy="457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Laser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5D2E64-9448-535E-B60E-FAB953320525}"/>
              </a:ext>
            </a:extLst>
          </p:cNvPr>
          <p:cNvSpPr/>
          <p:nvPr/>
        </p:nvSpPr>
        <p:spPr>
          <a:xfrm>
            <a:off x="8435243" y="4781402"/>
            <a:ext cx="1160734" cy="457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Laser 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B8B404-A5B8-6DC6-E492-F50F8FF9597B}"/>
              </a:ext>
            </a:extLst>
          </p:cNvPr>
          <p:cNvSpPr/>
          <p:nvPr/>
        </p:nvSpPr>
        <p:spPr>
          <a:xfrm>
            <a:off x="5728817" y="6301676"/>
            <a:ext cx="790222" cy="457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+5V in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716786-027A-C659-C237-E9FC5C3DF606}"/>
              </a:ext>
            </a:extLst>
          </p:cNvPr>
          <p:cNvSpPr/>
          <p:nvPr/>
        </p:nvSpPr>
        <p:spPr>
          <a:xfrm>
            <a:off x="1715911" y="854752"/>
            <a:ext cx="877817" cy="6136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RGB LED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87FE82-4A8A-C5BA-A6C0-CDB344A7BB61}"/>
              </a:ext>
            </a:extLst>
          </p:cNvPr>
          <p:cNvSpPr/>
          <p:nvPr/>
        </p:nvSpPr>
        <p:spPr>
          <a:xfrm>
            <a:off x="3175850" y="60393"/>
            <a:ext cx="877817" cy="3889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Buzzer</a:t>
            </a:r>
          </a:p>
        </p:txBody>
      </p:sp>
    </p:spTree>
    <p:extLst>
      <p:ext uri="{BB962C8B-B14F-4D97-AF65-F5344CB8AC3E}">
        <p14:creationId xmlns:p14="http://schemas.microsoft.com/office/powerpoint/2010/main" val="27730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0B9D5-9793-C5A6-54E7-669274FA7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C1E5D4-FF5B-B6DA-C815-415D2B15C6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150533" y="-1095640"/>
            <a:ext cx="6637868" cy="885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442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33</Words>
  <Application>Microsoft Office PowerPoint</Application>
  <PresentationFormat>Widescreen</PresentationFormat>
  <Paragraphs>14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Fernando Mier-Hicks</dc:creator>
  <cp:lastModifiedBy>Fernando Mier-Hicks</cp:lastModifiedBy>
  <cp:revision>3</cp:revision>
  <dcterms:created xsi:type="dcterms:W3CDTF">2026-05-09T05:58:59Z</dcterms:created>
  <dcterms:modified xsi:type="dcterms:W3CDTF">2026-05-12T04:42:05Z</dcterms:modified>
</cp:coreProperties>
</file>